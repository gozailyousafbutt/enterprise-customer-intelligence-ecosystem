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flow" id="{DF567D86-ED06-4A42-91D5-DAB488A0B569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6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8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6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7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7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7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3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1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5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3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37E58-2464-4C8C-AEA2-EAF5C6610842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64698-9699-48E9-BCF0-C90742E98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43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F14AF09-34EC-CD9F-F38E-90E11FCBC0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2" b="4262"/>
          <a:stretch>
            <a:fillRect/>
          </a:stretch>
        </p:blipFill>
        <p:spPr>
          <a:xfrm>
            <a:off x="773112" y="321687"/>
            <a:ext cx="10645775" cy="5311775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58C8963-834F-832A-96FB-ED6D91AC3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58594" y="5633462"/>
            <a:ext cx="6827837" cy="10683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An End-to-End AI-Driven Pipeline for Customer Churn Prediction, Support Ticket Analytics, and Multimodal RAG Assistance</a:t>
            </a:r>
          </a:p>
          <a:p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83483-938E-08D6-9DEA-F38762198732}"/>
              </a:ext>
            </a:extLst>
          </p:cNvPr>
          <p:cNvSpPr txBox="1"/>
          <p:nvPr/>
        </p:nvSpPr>
        <p:spPr>
          <a:xfrm>
            <a:off x="8665152" y="6332517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Gozail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Yousaf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Butt</a:t>
            </a:r>
          </a:p>
        </p:txBody>
      </p:sp>
    </p:spTree>
    <p:extLst>
      <p:ext uri="{BB962C8B-B14F-4D97-AF65-F5344CB8AC3E}">
        <p14:creationId xmlns:p14="http://schemas.microsoft.com/office/powerpoint/2010/main" val="211112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0117-5F9D-7245-CF2F-25359667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b="1" dirty="0">
                <a:latin typeface="Sans serif"/>
              </a:rPr>
              <a:t>Overview</a:t>
            </a:r>
            <a:r>
              <a:rPr lang="en-US" b="1" dirty="0"/>
              <a:t> </a:t>
            </a:r>
            <a:r>
              <a:rPr lang="en-US" b="1" dirty="0">
                <a:latin typeface="Sans serif"/>
              </a:rPr>
              <a:t>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2AA9-15AA-ED85-4C3B-34917D192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Sans serif"/>
              </a:rPr>
              <a:t> What does the project do?</a:t>
            </a:r>
            <a:r>
              <a:rPr lang="en-US" sz="2400" dirty="0">
                <a:latin typeface="Sans serif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It combines three powerful systems to analyze       customer behavior, automatically categorize and triage support tickets, and provide an advanced multimodal RAG assistant for resolving complex customer issues and receipts.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Sans serif"/>
              </a:rPr>
              <a:t> Why was it built?</a:t>
            </a:r>
            <a:r>
              <a:rPr lang="en-US" sz="2400" dirty="0">
                <a:latin typeface="Sans serif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Modern SaaS businesses face massive revenue loss due to customer churn, high volumes of unmanaged support tickets, and slow manual resolution times for visual or receipt-based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Sans serif"/>
              </a:rPr>
              <a:t> How does it solve the problem?</a:t>
            </a:r>
            <a:r>
              <a:rPr lang="en-US" sz="2400" dirty="0">
                <a:latin typeface="Sans serif"/>
              </a:rPr>
              <a:t> 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It links predictive analytics (churn forecasting) with automated NLP ticket sorting and real-time multimodal retrieval (OCR + LLMs). </a:t>
            </a:r>
          </a:p>
        </p:txBody>
      </p:sp>
    </p:spTree>
    <p:extLst>
      <p:ext uri="{BB962C8B-B14F-4D97-AF65-F5344CB8AC3E}">
        <p14:creationId xmlns:p14="http://schemas.microsoft.com/office/powerpoint/2010/main" val="118115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5489-4785-3480-BEEA-BD356B3CC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803" y="601368"/>
            <a:ext cx="11415823" cy="1514511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Sans serif"/>
              </a:rPr>
              <a:t>System Design and Collective Architecture</a:t>
            </a:r>
            <a:br>
              <a:rPr lang="en-US" sz="4400" b="1" dirty="0">
                <a:latin typeface="Sans serif"/>
              </a:rPr>
            </a:br>
            <a:endParaRPr lang="en-US" sz="4400" b="1" dirty="0">
              <a:latin typeface="Sans serif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7C7E62-2D76-3B81-5FF0-FEF4FC5C1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187" y="1677544"/>
            <a:ext cx="10106605" cy="289445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Sans serif"/>
              </a:rPr>
              <a:t>How the 3 Projects Link Together:</a:t>
            </a:r>
            <a:endParaRPr lang="en-US" sz="2000" dirty="0">
              <a:latin typeface="Sans serif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Sans serif"/>
              </a:rPr>
              <a:t>Module 1 (SaaS Churn Prediction):</a:t>
            </a:r>
            <a:r>
              <a:rPr lang="en-US" sz="2000" dirty="0">
                <a:latin typeface="Sans serif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Monitors customer usage data and flags vulnerable accounts at risk of leaving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Sans serif"/>
              </a:rPr>
              <a:t>Module 2 (Ticket Analyzer):</a:t>
            </a:r>
            <a:r>
              <a:rPr lang="en-US" sz="2000" dirty="0">
                <a:latin typeface="Sans serif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When dissatisfied customers raise complaints, this module automatically categorizes and prioritizes incoming support tickets using NLP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Sans serif"/>
              </a:rPr>
              <a:t>Module 3 (Multimodal RAG-Assistant):</a:t>
            </a:r>
            <a:r>
              <a:rPr lang="en-US" sz="2000" dirty="0">
                <a:latin typeface="Sans serif"/>
              </a:rPr>
              <a:t> 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For complex technical issues, broken product screenshots, or receipts attached to those tickets, the RAG assistant processes visuals via OCR and provides instant solutions.</a:t>
            </a:r>
          </a:p>
          <a:p>
            <a:pPr algn="l"/>
            <a:endParaRPr lang="en-US" sz="2000" dirty="0">
              <a:latin typeface="Sans serif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7BEE653-DCC4-E295-F917-08A144A9040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7" y="4513523"/>
            <a:ext cx="10106606" cy="2105543"/>
          </a:xfrm>
        </p:spPr>
      </p:pic>
    </p:spTree>
    <p:extLst>
      <p:ext uri="{BB962C8B-B14F-4D97-AF65-F5344CB8AC3E}">
        <p14:creationId xmlns:p14="http://schemas.microsoft.com/office/powerpoint/2010/main" val="8948597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3432-E24D-65FE-6C21-82B48DA4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6313"/>
            <a:ext cx="3932237" cy="1600200"/>
          </a:xfrm>
        </p:spPr>
        <p:txBody>
          <a:bodyPr/>
          <a:lstStyle/>
          <a:p>
            <a:r>
              <a:rPr lang="en-US" b="1" dirty="0">
                <a:latin typeface="Sans serif"/>
              </a:rPr>
              <a:t>Module 1 - SaaS Customer Churn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D521-58A9-3C0A-07B5-79645D1E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8978" y="2779083"/>
            <a:ext cx="3932237" cy="38115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ans serif"/>
              </a:rPr>
              <a:t>Core Function:</a:t>
            </a:r>
            <a:r>
              <a:rPr lang="en-US" dirty="0">
                <a:latin typeface="Sans serif"/>
              </a:rPr>
              <a:t>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Processes customer usage data and account behaviors to forecast churn risks in real-time</a:t>
            </a:r>
          </a:p>
          <a:p>
            <a:pPr marL="0" indent="0">
              <a:buNone/>
            </a:pPr>
            <a:r>
              <a:rPr lang="en-US" b="1" dirty="0">
                <a:latin typeface="Sans serif"/>
              </a:rPr>
              <a:t>Key Components:</a:t>
            </a:r>
            <a:endParaRPr lang="en-US" dirty="0">
              <a:latin typeface="Sans serif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 Automated data preprocessing pipelines and missing value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 Model serialization using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Sans serif"/>
              </a:rPr>
              <a:t>Joblib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 for instant inference.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Sans serif"/>
              </a:rPr>
              <a:t> Tableau visual workspaces for retrospective data analysis alongside application logic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BFEFDB-3209-A532-8370-C77A12106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090" y="174297"/>
            <a:ext cx="3730935" cy="18831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CC15A0-C065-019E-51FC-F827B68FA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57" y="1115848"/>
            <a:ext cx="3783993" cy="1883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69EACE-6904-C1F3-8203-B4E8274D2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3095626"/>
            <a:ext cx="3783993" cy="1883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66B7C0-5D43-9936-9709-AA1E26DAD1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861" y="4684877"/>
            <a:ext cx="3343273" cy="191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9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EE03-3050-346D-AFEC-5990CFC4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9100"/>
            <a:ext cx="3932237" cy="1600200"/>
          </a:xfrm>
        </p:spPr>
        <p:txBody>
          <a:bodyPr/>
          <a:lstStyle/>
          <a:p>
            <a:r>
              <a:rPr lang="en-US" b="1" dirty="0">
                <a:latin typeface="Sans serif"/>
              </a:rPr>
              <a:t>Module 2 - Support Ticket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059C-E2DA-3712-5112-328B0D073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3932237" cy="381158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ans serif"/>
              </a:rPr>
              <a:t>Core Function:</a:t>
            </a:r>
            <a:r>
              <a:rPr lang="en-US" dirty="0">
                <a:latin typeface="Sans serif"/>
              </a:rPr>
              <a:t> Automates customer support ticket categorization and NLP analytics</a:t>
            </a:r>
            <a:endParaRPr lang="en-US" b="1" dirty="0">
              <a:latin typeface="Sans serif"/>
            </a:endParaRPr>
          </a:p>
          <a:p>
            <a:pPr marL="0" indent="0">
              <a:buNone/>
            </a:pPr>
            <a:r>
              <a:rPr lang="en-US" b="1" dirty="0">
                <a:latin typeface="Sans serif"/>
              </a:rPr>
              <a:t>Key Components:</a:t>
            </a:r>
            <a:endParaRPr lang="en-US" dirty="0">
              <a:latin typeface="Sans serif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Uses machine learning classification pipelines and natural language 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Predicts ticket categories using pre-trained classifiers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Power BI visual dashboards for comprehensive support and ticket metrics.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243D1F-2D1F-F51D-9341-E3FBF50DE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225269"/>
            <a:ext cx="4333875" cy="21714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3917AF-C97B-9841-3CDA-B89ECBF45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81" y="2521846"/>
            <a:ext cx="3352799" cy="1814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E6CC0C-B44E-7223-3D1C-0D3C07D6B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261" y="4461247"/>
            <a:ext cx="4125169" cy="217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177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BD5C-B752-B082-5A52-80CB75F2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latin typeface="Sans serif"/>
              </a:rPr>
              <a:t>Module 3 - Multimodal RAG-Assistant</a:t>
            </a:r>
            <a:endParaRPr lang="en-US" dirty="0">
              <a:latin typeface="Sans serif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DCA4-F459-B863-7239-B1783ACED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Sans serif"/>
              </a:rPr>
              <a:t>Core Function:</a:t>
            </a:r>
            <a:r>
              <a:rPr lang="en-US" dirty="0">
                <a:latin typeface="Sans serif"/>
              </a:rPr>
              <a:t> In-memory multimodal RAG system processing textual documents and visual inputs (receipts/screenshots). </a:t>
            </a:r>
          </a:p>
          <a:p>
            <a:pPr marL="0" indent="0">
              <a:buNone/>
            </a:pPr>
            <a:r>
              <a:rPr lang="en-US" b="1" dirty="0">
                <a:latin typeface="Sans serif"/>
              </a:rPr>
              <a:t>Key Components: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Sans serif"/>
              </a:rPr>
              <a:t> OCR Processing:</a:t>
            </a:r>
            <a:r>
              <a:rPr lang="en-US" dirty="0">
                <a:latin typeface="Sans serif"/>
              </a:rPr>
              <a:t> Utilizes to extract clean text data from customer images automatically.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Sans serif"/>
              </a:rPr>
              <a:t> Retrieval Engine:</a:t>
            </a:r>
            <a:r>
              <a:rPr lang="en-US" dirty="0">
                <a:latin typeface="Sans serif"/>
              </a:rPr>
              <a:t> Efficiently indexes text chunks and OCR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Sans serif"/>
              </a:rPr>
              <a:t> Generation:</a:t>
            </a:r>
            <a:r>
              <a:rPr lang="en-US" dirty="0">
                <a:latin typeface="Sans serif"/>
              </a:rPr>
              <a:t> Powered by Hugging Face Transformers and Sentence-Transformers.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09670D-5292-5220-94C3-2AA3CDAF4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063" y="1076325"/>
            <a:ext cx="6446159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68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C7F0-EF47-67D3-EB63-3F50D360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ans serif"/>
              </a:rPr>
              <a:t>Consolidated Tech Stack</a:t>
            </a:r>
            <a:endParaRPr lang="en-US" dirty="0">
              <a:latin typeface="Sans serif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4494B-01FC-B9F9-71D1-6DE3D027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Core Language:</a:t>
            </a:r>
            <a:r>
              <a:rPr lang="en-US" dirty="0"/>
              <a:t> Python 3.8+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Data Manipulation &amp; Computing:</a:t>
            </a:r>
            <a:r>
              <a:rPr lang="en-US" dirty="0"/>
              <a:t> Pandas, NumPy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Machine Learning &amp; NLP:</a:t>
            </a:r>
            <a:r>
              <a:rPr lang="en-US" dirty="0"/>
              <a:t> Scikit-Learn, </a:t>
            </a:r>
            <a:r>
              <a:rPr lang="en-US" dirty="0" err="1"/>
              <a:t>XGBoost</a:t>
            </a:r>
            <a:r>
              <a:rPr lang="en-US" dirty="0"/>
              <a:t>, NLTK, </a:t>
            </a:r>
            <a:r>
              <a:rPr lang="en-US" dirty="0" err="1"/>
              <a:t>Joblib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Deep Learning &amp; RAG:</a:t>
            </a:r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, Transformers, Sentence-Transformers, </a:t>
            </a:r>
            <a:r>
              <a:rPr lang="en-US" dirty="0" err="1"/>
              <a:t>LangChain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Computer Vision &amp; OCR:</a:t>
            </a:r>
            <a:r>
              <a:rPr lang="en-US" dirty="0"/>
              <a:t> OpenCV, Pillow, </a:t>
            </a:r>
            <a:r>
              <a:rPr lang="en-US" dirty="0" err="1"/>
              <a:t>EasyOCR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Dashboards &amp; Deployment: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, Tableau, Power BI, Docker</a:t>
            </a:r>
          </a:p>
        </p:txBody>
      </p:sp>
    </p:spTree>
    <p:extLst>
      <p:ext uri="{BB962C8B-B14F-4D97-AF65-F5344CB8AC3E}">
        <p14:creationId xmlns:p14="http://schemas.microsoft.com/office/powerpoint/2010/main" val="38736712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A1C4-8B46-104D-C8B4-79462246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ans serif"/>
              </a:rPr>
              <a:t>Getting Started and Usage</a:t>
            </a:r>
            <a:endParaRPr lang="en-US" dirty="0">
              <a:latin typeface="Sans serif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B6C9-AB2B-FA65-3B56-53FD63A9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Sans serif"/>
              </a:rPr>
              <a:t>Installation Protocol: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Run pip install –r requirement.txt inside each respective project directory.</a:t>
            </a:r>
          </a:p>
          <a:p>
            <a:pPr marL="0" indent="0">
              <a:buNone/>
            </a:pPr>
            <a:r>
              <a:rPr lang="en-US" b="1" dirty="0">
                <a:latin typeface="Sans serif"/>
              </a:rPr>
              <a:t>Execution Command:</a:t>
            </a:r>
            <a:endParaRPr lang="en-US" dirty="0">
              <a:latin typeface="Sans serif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Launch individual dashboards locally using </a:t>
            </a:r>
            <a:r>
              <a:rPr lang="en-US" dirty="0" err="1">
                <a:latin typeface="Sans serif"/>
              </a:rPr>
              <a:t>Streamlit</a:t>
            </a:r>
            <a:r>
              <a:rPr lang="en-US" dirty="0">
                <a:latin typeface="Sans serif"/>
              </a:rPr>
              <a:t>: </a:t>
            </a:r>
            <a:r>
              <a:rPr lang="en-US" dirty="0" err="1">
                <a:latin typeface="Sans serif"/>
              </a:rPr>
              <a:t>streamlit</a:t>
            </a:r>
            <a:r>
              <a:rPr lang="en-US" dirty="0">
                <a:latin typeface="Sans serif"/>
              </a:rPr>
              <a:t> run app/app.py</a:t>
            </a:r>
          </a:p>
          <a:p>
            <a:pPr marL="0" indent="0">
              <a:buNone/>
            </a:pPr>
            <a:r>
              <a:rPr lang="en-US" b="1" dirty="0">
                <a:latin typeface="Sans serif"/>
              </a:rPr>
              <a:t>Project Structure Hierarchy: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Sans serif"/>
              </a:rPr>
              <a:t> Organized modular structure with separate folders for app, data, model, notebooks, </a:t>
            </a:r>
            <a:r>
              <a:rPr lang="en-US" dirty="0" err="1">
                <a:latin typeface="Sans serif"/>
              </a:rPr>
              <a:t>src</a:t>
            </a:r>
            <a:r>
              <a:rPr lang="en-US" dirty="0">
                <a:latin typeface="Sans serif"/>
              </a:rPr>
              <a:t> , README and </a:t>
            </a:r>
            <a:r>
              <a:rPr lang="en-US" dirty="0" err="1">
                <a:latin typeface="Sans serif"/>
              </a:rPr>
              <a:t>Dockerfile</a:t>
            </a:r>
            <a:r>
              <a:rPr lang="en-US" dirty="0">
                <a:latin typeface="Sans serif"/>
              </a:rPr>
              <a:t> across al tree modules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792886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8B4683-5C47-4FB3-67FF-AA5137F0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339975"/>
            <a:ext cx="10515600" cy="2178050"/>
          </a:xfrm>
        </p:spPr>
        <p:txBody>
          <a:bodyPr>
            <a:normAutofit/>
          </a:bodyPr>
          <a:lstStyle/>
          <a:p>
            <a:r>
              <a:rPr lang="en-US" b="1" dirty="0">
                <a:latin typeface="Sans serif"/>
              </a:rPr>
              <a:t>Conclusion</a:t>
            </a:r>
            <a:br>
              <a:rPr lang="en-US" b="1" dirty="0">
                <a:latin typeface="Sans serif"/>
              </a:rPr>
            </a:br>
            <a:r>
              <a:rPr lang="en-US" sz="2800" b="1" dirty="0">
                <a:latin typeface="Sans serif"/>
              </a:rPr>
              <a:t>Summary:</a:t>
            </a:r>
            <a:r>
              <a:rPr lang="en-US" sz="2800" dirty="0">
                <a:latin typeface="Sans serif"/>
              </a:rPr>
              <a:t> A scalable, modular, and integrated ecosystem addressing customer retention, support triage, and multimodal query resolution.</a:t>
            </a:r>
            <a:br>
              <a:rPr lang="en-US" b="1" dirty="0">
                <a:latin typeface="Sans serif"/>
              </a:rPr>
            </a:br>
            <a:endParaRPr lang="en-US" dirty="0">
              <a:latin typeface="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667427987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550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Sans serif</vt:lpstr>
      <vt:lpstr>Wingdings</vt:lpstr>
      <vt:lpstr>Office Theme</vt:lpstr>
      <vt:lpstr>PowerPoint Presentation</vt:lpstr>
      <vt:lpstr>Overview and Problem Statement</vt:lpstr>
      <vt:lpstr>System Design and Collective Architecture </vt:lpstr>
      <vt:lpstr>Module 1 - SaaS Customer Churn Prediction</vt:lpstr>
      <vt:lpstr>Module 2 - Support Ticket Analyzer</vt:lpstr>
      <vt:lpstr>Module 3 - Multimodal RAG-Assistant</vt:lpstr>
      <vt:lpstr>Consolidated Tech Stack</vt:lpstr>
      <vt:lpstr>Getting Started and Usage</vt:lpstr>
      <vt:lpstr>Conclusion Summary: A scalable, modular, and integrated ecosystem addressing customer retention, support triage, and multimodal query resolution.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Customer Intelligence and Support Ecosystem</dc:title>
  <dc:creator>Gozail Yousaf Butt</dc:creator>
  <cp:lastModifiedBy>Gozail Yousaf Butt</cp:lastModifiedBy>
  <cp:revision>16</cp:revision>
  <dcterms:created xsi:type="dcterms:W3CDTF">2026-08-15T09:32:29Z</dcterms:created>
  <dcterms:modified xsi:type="dcterms:W3CDTF">2026-08-15T12:44:52Z</dcterms:modified>
</cp:coreProperties>
</file>